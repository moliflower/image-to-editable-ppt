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4953000" type="custom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igure-title"/>
          <p:cNvSpPr/>
          <p:nvPr/>
        </p:nvSpPr>
        <p:spPr>
          <a:xfrm>
            <a:off x="457200" y="289560"/>
            <a:ext cx="8229600" cy="4724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2520" b="1" i="0">
                <a:solidFill>
                  <a:srgbClr val="24364B"/>
                </a:solidFill>
                <a:latin typeface="Microsoft YaHei"/>
                <a:ea typeface="Microsoft YaHei"/>
                <a:cs typeface="Microsoft YaHei"/>
              </a:rPr>
              <a:t>从图片到可编辑科研图</a:t>
            </a:r>
            <a:endParaRPr lang="en-US"/>
          </a:p>
        </p:txBody>
      </p:sp>
      <p:sp>
        <p:nvSpPr>
          <p:cNvPr id="3" name="subtitle"/>
          <p:cNvSpPr/>
          <p:nvPr/>
        </p:nvSpPr>
        <p:spPr>
          <a:xfrm>
            <a:off x="472440" y="822960"/>
            <a:ext cx="80010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/>
            <a:r>
              <a:rPr lang="en-US" sz="1440" b="0" i="0">
                <a:solidFill>
                  <a:srgbClr val="52657D"/>
                </a:solidFill>
                <a:latin typeface="Arial"/>
                <a:ea typeface="Arial"/>
                <a:cs typeface="Arial"/>
              </a:rPr>
              <a:t>Independent text boxes, shapes and arrows in PowerPoint</a:t>
            </a:r>
            <a:endParaRPr lang="en-US"/>
          </a:p>
        </p:txBody>
      </p:sp>
      <p:sp>
        <p:nvSpPr>
          <p:cNvPr id="4" name="input-module"/>
          <p:cNvSpPr/>
          <p:nvPr/>
        </p:nvSpPr>
        <p:spPr>
          <a:xfrm>
            <a:off x="457200" y="1676400"/>
            <a:ext cx="2133600" cy="1600200"/>
          </a:xfrm>
          <a:prstGeom prst="roundRect">
            <a:avLst>
              <a:gd name="adj" fmla="val 8571"/>
            </a:avLst>
          </a:prstGeom>
          <a:solidFill>
            <a:srgbClr val="E8EFFA"/>
          </a:solidFill>
          <a:ln w="19050">
            <a:solidFill>
              <a:srgbClr val="4C71AA"/>
            </a:solidFill>
          </a:ln>
        </p:spPr>
      </p:sp>
      <p:sp>
        <p:nvSpPr>
          <p:cNvPr id="5" name="reconstruct-module"/>
          <p:cNvSpPr/>
          <p:nvPr/>
        </p:nvSpPr>
        <p:spPr>
          <a:xfrm>
            <a:off x="3505200" y="1676400"/>
            <a:ext cx="2133600" cy="1600200"/>
          </a:xfrm>
          <a:prstGeom prst="roundRect">
            <a:avLst>
              <a:gd name="adj" fmla="val 8571"/>
            </a:avLst>
          </a:prstGeom>
          <a:solidFill>
            <a:srgbClr val="F1EBFA"/>
          </a:solidFill>
          <a:ln w="19050">
            <a:solidFill>
              <a:srgbClr val="8961B0"/>
            </a:solidFill>
          </a:ln>
        </p:spPr>
      </p:sp>
      <p:sp>
        <p:nvSpPr>
          <p:cNvPr id="6" name="output-module"/>
          <p:cNvSpPr/>
          <p:nvPr/>
        </p:nvSpPr>
        <p:spPr>
          <a:xfrm>
            <a:off x="6553200" y="1676400"/>
            <a:ext cx="2133600" cy="1600200"/>
          </a:xfrm>
          <a:prstGeom prst="roundRect">
            <a:avLst>
              <a:gd name="adj" fmla="val 8571"/>
            </a:avLst>
          </a:prstGeom>
          <a:solidFill>
            <a:srgbClr val="E4F2EB"/>
          </a:solidFill>
          <a:ln w="19050">
            <a:solidFill>
              <a:srgbClr val="4D8D70"/>
            </a:solidFill>
          </a:ln>
        </p:spPr>
      </p:sp>
      <p:sp>
        <p:nvSpPr>
          <p:cNvPr id="7" name="input-to-reconstruction"/>
          <p:cNvSpPr/>
          <p:nvPr/>
        </p:nvSpPr>
        <p:spPr>
          <a:xfrm>
            <a:off x="2628900" y="2476500"/>
            <a:ext cx="800100" cy="8"/>
          </a:xfrm>
          <a:custGeom>
            <a:avLst/>
            <a:gdLst/>
            <a:ahLst/>
            <a:cxnLst/>
            <a:rect l="l" t="t" r="r" b="b"/>
            <a:pathLst>
              <a:path w="800100" h="8" fill="none">
                <a:moveTo>
                  <a:pt x="0" y="0"/>
                </a:moveTo>
                <a:lnTo>
                  <a:pt x="800100" y="0"/>
                </a:lnTo>
              </a:path>
            </a:pathLst>
          </a:custGeom>
          <a:noFill/>
          <a:ln w="22860">
            <a:solidFill>
              <a:srgbClr val="52657D"/>
            </a:solidFill>
            <a:tailEnd type="triangle"/>
          </a:ln>
        </p:spPr>
      </p:sp>
      <p:sp>
        <p:nvSpPr>
          <p:cNvPr id="8" name="reconstruction-to-output"/>
          <p:cNvSpPr/>
          <p:nvPr/>
        </p:nvSpPr>
        <p:spPr>
          <a:xfrm>
            <a:off x="5676900" y="2476500"/>
            <a:ext cx="800100" cy="8"/>
          </a:xfrm>
          <a:custGeom>
            <a:avLst/>
            <a:gdLst/>
            <a:ahLst/>
            <a:cxnLst/>
            <a:rect l="l" t="t" r="r" b="b"/>
            <a:pathLst>
              <a:path w="800100" h="8" fill="none">
                <a:moveTo>
                  <a:pt x="0" y="0"/>
                </a:moveTo>
                <a:lnTo>
                  <a:pt x="800100" y="0"/>
                </a:lnTo>
              </a:path>
            </a:pathLst>
          </a:custGeom>
          <a:noFill/>
          <a:ln w="22860">
            <a:solidFill>
              <a:srgbClr val="52657D"/>
            </a:solidFill>
            <a:tailEnd type="triangle"/>
          </a:ln>
        </p:spPr>
      </p:sp>
      <p:sp>
        <p:nvSpPr>
          <p:cNvPr id="9" name="input-glyph"/>
          <p:cNvSpPr/>
          <p:nvPr/>
        </p:nvSpPr>
        <p:spPr>
          <a:xfrm>
            <a:off x="1219200" y="1905000"/>
            <a:ext cx="609600" cy="495300"/>
          </a:xfrm>
          <a:prstGeom prst="ellipse">
            <a:avLst/>
          </a:prstGeom>
          <a:solidFill>
            <a:srgbClr val="9FBEEA"/>
          </a:solidFill>
          <a:ln w="15240">
            <a:solidFill>
              <a:srgbClr val="4C71AA"/>
            </a:solidFill>
          </a:ln>
        </p:spPr>
      </p:sp>
      <p:sp>
        <p:nvSpPr>
          <p:cNvPr id="10" name="cube-top"/>
          <p:cNvSpPr/>
          <p:nvPr/>
        </p:nvSpPr>
        <p:spPr>
          <a:xfrm>
            <a:off x="4229100" y="1882140"/>
            <a:ext cx="685800" cy="175260"/>
          </a:xfrm>
          <a:custGeom>
            <a:avLst/>
            <a:gdLst/>
            <a:ahLst/>
            <a:cxnLst/>
            <a:rect l="l" t="t" r="r" b="b"/>
            <a:pathLst>
              <a:path w="685800" h="175260">
                <a:moveTo>
                  <a:pt x="0" y="175260"/>
                </a:moveTo>
                <a:lnTo>
                  <a:pt x="190500" y="0"/>
                </a:lnTo>
                <a:lnTo>
                  <a:pt x="685800" y="0"/>
                </a:lnTo>
                <a:lnTo>
                  <a:pt x="495300" y="175260"/>
                </a:lnTo>
                <a:close/>
              </a:path>
            </a:pathLst>
          </a:custGeom>
          <a:solidFill>
            <a:srgbClr val="D3BDEB"/>
          </a:solidFill>
          <a:ln w="15240">
            <a:solidFill>
              <a:srgbClr val="8961B0"/>
            </a:solidFill>
          </a:ln>
        </p:spPr>
      </p:sp>
      <p:sp>
        <p:nvSpPr>
          <p:cNvPr id="11" name="cube-front"/>
          <p:cNvSpPr/>
          <p:nvPr/>
        </p:nvSpPr>
        <p:spPr>
          <a:xfrm>
            <a:off x="4229100" y="2057400"/>
            <a:ext cx="495300" cy="342900"/>
          </a:xfrm>
          <a:custGeom>
            <a:avLst/>
            <a:gdLst/>
            <a:ahLst/>
            <a:cxnLst/>
            <a:rect l="l" t="t" r="r" b="b"/>
            <a:pathLst>
              <a:path w="495300" h="342900">
                <a:moveTo>
                  <a:pt x="0" y="0"/>
                </a:moveTo>
                <a:lnTo>
                  <a:pt x="495300" y="0"/>
                </a:lnTo>
                <a:lnTo>
                  <a:pt x="495300" y="342900"/>
                </a:lnTo>
                <a:lnTo>
                  <a:pt x="0" y="342900"/>
                </a:lnTo>
                <a:close/>
              </a:path>
            </a:pathLst>
          </a:custGeom>
          <a:solidFill>
            <a:srgbClr val="B390D3"/>
          </a:solidFill>
          <a:ln w="15240">
            <a:solidFill>
              <a:srgbClr val="8961B0"/>
            </a:solidFill>
          </a:ln>
        </p:spPr>
      </p:sp>
      <p:sp>
        <p:nvSpPr>
          <p:cNvPr id="12" name="cube-side"/>
          <p:cNvSpPr/>
          <p:nvPr/>
        </p:nvSpPr>
        <p:spPr>
          <a:xfrm>
            <a:off x="4724400" y="1882140"/>
            <a:ext cx="190500" cy="518160"/>
          </a:xfrm>
          <a:custGeom>
            <a:avLst/>
            <a:gdLst/>
            <a:ahLst/>
            <a:cxnLst/>
            <a:rect l="l" t="t" r="r" b="b"/>
            <a:pathLst>
              <a:path w="190500" h="518160">
                <a:moveTo>
                  <a:pt x="0" y="175260"/>
                </a:moveTo>
                <a:lnTo>
                  <a:pt x="190500" y="0"/>
                </a:lnTo>
                <a:lnTo>
                  <a:pt x="190500" y="342900"/>
                </a:lnTo>
                <a:lnTo>
                  <a:pt x="0" y="518160"/>
                </a:lnTo>
                <a:close/>
              </a:path>
            </a:pathLst>
          </a:custGeom>
          <a:solidFill>
            <a:srgbClr val="8961B0"/>
          </a:solidFill>
          <a:ln w="15240">
            <a:solidFill>
              <a:srgbClr val="8961B0"/>
            </a:solidFill>
          </a:ln>
        </p:spPr>
      </p:sp>
      <p:sp>
        <p:nvSpPr>
          <p:cNvPr id="13" name="output-glyph"/>
          <p:cNvSpPr/>
          <p:nvPr/>
        </p:nvSpPr>
        <p:spPr>
          <a:xfrm>
            <a:off x="7277100" y="1943100"/>
            <a:ext cx="647700" cy="419100"/>
          </a:xfrm>
          <a:custGeom>
            <a:avLst/>
            <a:gdLst/>
            <a:ahLst/>
            <a:cxnLst/>
            <a:rect l="l" t="t" r="r" b="b"/>
            <a:pathLst>
              <a:path w="647700" h="419100" fill="none">
                <a:moveTo>
                  <a:pt x="0" y="228600"/>
                </a:moveTo>
                <a:lnTo>
                  <a:pt x="228600" y="419100"/>
                </a:lnTo>
                <a:lnTo>
                  <a:pt x="647700" y="0"/>
                </a:lnTo>
              </a:path>
            </a:pathLst>
          </a:custGeom>
          <a:noFill/>
          <a:ln w="53340">
            <a:solidFill>
              <a:srgbClr val="4D8D70"/>
            </a:solidFill>
          </a:ln>
        </p:spPr>
      </p:sp>
      <p:sp>
        <p:nvSpPr>
          <p:cNvPr id="14" name="input-label"/>
          <p:cNvSpPr/>
          <p:nvPr/>
        </p:nvSpPr>
        <p:spPr>
          <a:xfrm>
            <a:off x="685800" y="2628900"/>
            <a:ext cx="16764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ctr"/>
            <a:r>
              <a:rPr lang="en-US" sz="1800" b="0" i="0">
                <a:solidFill>
                  <a:srgbClr val="24364B"/>
                </a:solidFill>
                <a:latin typeface="Microsoft YaHei"/>
                <a:ea typeface="Microsoft YaHei"/>
                <a:cs typeface="Microsoft YaHei"/>
              </a:rPr>
              <a:t>输入图片</a:t>
            </a:r>
            <a:endParaRPr lang="en-US"/>
          </a:p>
        </p:txBody>
      </p:sp>
      <p:sp>
        <p:nvSpPr>
          <p:cNvPr id="15" name="reconstruct-label"/>
          <p:cNvSpPr/>
          <p:nvPr/>
        </p:nvSpPr>
        <p:spPr>
          <a:xfrm>
            <a:off x="3733800" y="2628900"/>
            <a:ext cx="16764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ctr"/>
            <a:r>
              <a:rPr lang="en-US" sz="1800" b="0" i="0">
                <a:solidFill>
                  <a:srgbClr val="24364B"/>
                </a:solidFill>
                <a:latin typeface="Microsoft YaHei"/>
                <a:ea typeface="Microsoft YaHei"/>
                <a:cs typeface="Microsoft YaHei"/>
              </a:rPr>
              <a:t>逐元素重建</a:t>
            </a:r>
            <a:endParaRPr lang="en-US"/>
          </a:p>
        </p:txBody>
      </p:sp>
      <p:sp>
        <p:nvSpPr>
          <p:cNvPr id="16" name="output-label"/>
          <p:cNvSpPr/>
          <p:nvPr/>
        </p:nvSpPr>
        <p:spPr>
          <a:xfrm>
            <a:off x="6781800" y="2628900"/>
            <a:ext cx="16764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ctr"/>
            <a:r>
              <a:rPr lang="en-US" sz="1800" b="0" i="0">
                <a:solidFill>
                  <a:srgbClr val="24364B"/>
                </a:solidFill>
                <a:latin typeface="Microsoft YaHei"/>
                <a:ea typeface="Microsoft YaHei"/>
                <a:cs typeface="Microsoft YaHei"/>
              </a:rPr>
              <a:t>可编辑 PPT</a:t>
            </a:r>
            <a:endParaRPr lang="en-US"/>
          </a:p>
        </p:txBody>
      </p:sp>
      <p:sp>
        <p:nvSpPr>
          <p:cNvPr id="17" name="refinement-loop"/>
          <p:cNvSpPr/>
          <p:nvPr/>
        </p:nvSpPr>
        <p:spPr>
          <a:xfrm>
            <a:off x="4572000" y="3390900"/>
            <a:ext cx="3048000" cy="838200"/>
          </a:xfrm>
          <a:custGeom>
            <a:avLst/>
            <a:gdLst/>
            <a:ahLst/>
            <a:cxnLst/>
            <a:rect l="l" t="t" r="r" b="b"/>
            <a:pathLst>
              <a:path w="3048000" h="838200" fill="none">
                <a:moveTo>
                  <a:pt x="3048000" y="0"/>
                </a:moveTo>
                <a:cubicBezTo>
                  <a:pt x="3048000" y="838200"/>
                  <a:pt x="0" y="838200"/>
                  <a:pt x="0" y="0"/>
                </a:cubicBezTo>
              </a:path>
            </a:pathLst>
          </a:custGeom>
          <a:noFill/>
          <a:ln w="19050">
            <a:solidFill>
              <a:srgbClr val="8961B0"/>
            </a:solidFill>
            <a:prstDash val="dash"/>
            <a:tailEnd type="triangle"/>
          </a:ln>
        </p:spPr>
      </p:sp>
      <p:sp>
        <p:nvSpPr>
          <p:cNvPr id="18" name="refinement-label"/>
          <p:cNvSpPr/>
          <p:nvPr/>
        </p:nvSpPr>
        <p:spPr>
          <a:xfrm>
            <a:off x="5067300" y="4229100"/>
            <a:ext cx="2743200" cy="342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ctr"/>
            <a:r>
              <a:rPr lang="en-US" sz="1500" b="0" i="0">
                <a:solidFill>
                  <a:srgbClr val="6E538C"/>
                </a:solidFill>
                <a:latin typeface="Microsoft YaHei"/>
                <a:ea typeface="Microsoft YaHei"/>
                <a:cs typeface="Microsoft YaHei"/>
              </a:rPr>
              <a:t>渲染对照 · 按需修正</a:t>
            </a:r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image-to-editable-ppt</Application>
  <Slides>1</Slides>
</Properties>
</file>

<file path=docProps/core.xml><?xml version="1.0" encoding="utf-8"?>
<cp:coreProperties xmlns:cp="http://schemas.openxmlformats.org/package/2006/metadata/core-properties" xmlns:dc="http://purl.org/dc/elements/1.1/">
  <dc:title>Editable figure</dc:title>
  <dc:creator>image-to-editable-ppt</dc:creator>
</cp:coreProperties>
</file>